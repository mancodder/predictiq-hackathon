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4E5"/>
          </a:solidFill>
          <a:ln w="12700">
            <a:solidFill>
              <a:srgbClr val="E8B3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65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FOR TEAMS — delete this slide before submitting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limit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32588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6 slides in your final submission, including the title slide. This instructions slide must be deleted.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1284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12848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finished deck as a PDF before uploading. PPT and Word files will not be accepted.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9981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099816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grey italic line and every [bracketed] field with your own content. No placeholder text should remain.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867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style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986784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 bullet points, diagrams, and visuals. Avoid long paragraphs. Each bullet should be one clear idea.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737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change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873752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slide order, slide titles, and overall layout as given, so all teams can be evaluated on the same structure.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7607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576072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PDF as TeamName_ProblemTitle.pdf before uploading.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8521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[Submission deadline: DD Month 2026]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your team name]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 given at registration]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name of the problem you chose]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 Bucket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AI for Education, Healthcare, Sustainability]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[Name, Enrollment No., Contact Email]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3520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B.Tech CSE, 2nd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[Programme,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Developer, Designer]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[Programme,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Developer, Designer]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[Programme,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Developer, Designer]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[Programme,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Developer, Designer]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[Programme,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Developer, Designer]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 to 6 members. Delete unused rows. Mention any mentor separately below if applicable.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 (optional):  </a:t>
            </a: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[Name, Department, Email]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problem in 2–3 short bullets]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[Keep each bullet to one clear idea]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 number or fact if you have one]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faces it?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is affected — students, patients, farmers, etc.]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and how often does it occur?]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148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current options fall short?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solutions exist today?]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is the gap your team has identified?]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does this problem still need solving?]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 in one line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sentence: We are building ___ that helps ___ do ___]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[Bullet 1: main feature and what it does]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[Bullet 2: second feature]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[Bullet 3: third feature]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99632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3285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8312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is it new or better than what exists?]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use of AI / Microsoft technologies?]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rough sketch or mockup image can go here]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5 of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[Backend]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9392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447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 / APIs]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1014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[Cloud: e.g. Azure]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[Other tools]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will work (edit the boxes)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 / Input]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93592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93592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 / Interface]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98464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1384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01384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[Processing / AI model]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06256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</p:sp>
      <p:sp>
        <p:nvSpPr>
          <p:cNvPr id="28" name="Shape 26"/>
          <p:cNvSpPr/>
          <p:nvPr/>
        </p:nvSpPr>
        <p:spPr>
          <a:xfrm>
            <a:off x="9409176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409176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 / Result]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702759"/>
            <a:ext cx="241402" cy="241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17320" y="4572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started working on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Dataset collected / UI wireframe ready / basic prototype begun]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[Anything already built or tested, however small]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benefits and how?]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measurable outcome you aim for]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your team can build this in the hackathon]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[Skills, resources, or data you already have]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1: what you will build first]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2: what comes next]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3: what a working demo will show]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[Links, papers, datasets, or articles you used]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[Keep 2–4 items, short format]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Widescreen</PresentationFormat>
  <Paragraphs>145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Sonal Kukreja</cp:lastModifiedBy>
  <cp:revision>1</cp:revision>
  <dcterms:created xsi:type="dcterms:W3CDTF">2026-09-22T11:43:49Z</dcterms:created>
  <dcterms:modified xsi:type="dcterms:W3CDTF">2026-09-22T11:46:03Z</dcterms:modified>
</cp:coreProperties>
</file>