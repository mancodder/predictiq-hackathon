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 Kukreja" userId="6cd0ef20-c03e-4010-a8ad-6e84fbe563d6" providerId="ADAL" clId="{9A0A1E7B-C31A-4868-AB13-4281ABD0901F}"/>
    <pc:docChg chg="modSld">
      <pc:chgData name="Sonal Kukreja" userId="6cd0ef20-c03e-4010-a8ad-6e84fbe563d6" providerId="ADAL" clId="{9A0A1E7B-C31A-4868-AB13-4281ABD0901F}" dt="2026-09-22T11:45:56.738" v="6" actId="20577"/>
      <pc:docMkLst>
        <pc:docMk/>
      </pc:docMkLst>
      <pc:sldChg chg="modSp mod">
        <pc:chgData name="Sonal Kukreja" userId="6cd0ef20-c03e-4010-a8ad-6e84fbe563d6" providerId="ADAL" clId="{9A0A1E7B-C31A-4868-AB13-4281ABD0901F}" dt="2026-09-22T11:45:56.738" v="6" actId="20577"/>
        <pc:sldMkLst>
          <pc:docMk/>
          <pc:sldMk cId="0" sldId="257"/>
        </pc:sldMkLst>
        <pc:spChg chg="mod">
          <ac:chgData name="Sonal Kukreja" userId="6cd0ef20-c03e-4010-a8ad-6e84fbe563d6" providerId="ADAL" clId="{9A0A1E7B-C31A-4868-AB13-4281ABD0901F}" dt="2026-09-22T11:45:56.738" v="6" actId="20577"/>
          <ac:spMkLst>
            <pc:docMk/>
            <pc:sldMk cId="0" sldId="25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74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log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"/>
            <a:ext cx="51206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4630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&amp; Technology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321040" y="914400"/>
            <a:ext cx="3867912" cy="5943600"/>
          </a:xfrm>
          <a:prstGeom prst="rect">
            <a:avLst/>
          </a:prstGeom>
          <a:solidFill>
            <a:srgbClr val="0E1B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646920" y="196596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87" y="2275027"/>
            <a:ext cx="570586" cy="5705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34290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58521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[Submission deadline: DD Month 2026]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POWERED HACKATHON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6002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Innovate 2026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FB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 ·  Build  ·  Empower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63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566160" y="30906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 txBox="1"/>
          <p:nvPr/>
        </p:nvSpPr>
        <p:spPr>
          <a:xfrm>
            <a:off x="370332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566160" y="37764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 txBox="1"/>
          <p:nvPr/>
        </p:nvSpPr>
        <p:spPr>
          <a:xfrm>
            <a:off x="3703320" y="3776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66160" y="44622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 txBox="1"/>
          <p:nvPr/>
        </p:nvSpPr>
        <p:spPr>
          <a:xfrm>
            <a:off x="370332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name of the problem you chose]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5120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 Bucket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566160" y="51480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 txBox="1"/>
          <p:nvPr/>
        </p:nvSpPr>
        <p:spPr>
          <a:xfrm>
            <a:off x="370332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Enterprise Intelligence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566160" y="58338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 txBox="1"/>
          <p:nvPr/>
        </p:nvSpPr>
        <p:spPr>
          <a:xfrm>
            <a:off x="3703320" y="5833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Handa, S24CSEU2133, s24cseu2133@bennett.edu.in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· Bennett University   |   Slide 2 of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3520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&amp;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Manthan Handa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S24CSEU2133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B.Tech CSE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s24cseu2133@bennett.edu.in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 Leader / AI &amp; ML Engineer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Trishna Paswan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S24CSEU0083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B.Tech CSE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s24cseu0083@bennett.edu.in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AI/ML &amp; Data Engineer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Vidhita Grover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S24CSEU0177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B.Tech CSE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s24cseu0177@bennett.edu.in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Explainable AI &amp; Backend Eng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Parth Chaturvedi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S24CSEU1984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B.Tech CSE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s24cseu1984@bennett.edu.in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Frontend &amp; BI Engineer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2 to 6 members. Delete unused rows. Mention any mentor separately below if applicable.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 (optional):  Dr. Neha Kumari, Bennett University, neha.kumari@bennett.edu.in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· Bennett University   |   Slide 3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Subscription businesses often recognize churn after revenue has already been lost.
• Traditional dashboards focus on historical performance rather than future customer risk.
• Retention teams need to know who is likely to churn next — and why.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 -&gt; What may happen next, why, and where should we act?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faces it?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is affected — students, patients, farmers, etc.]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1148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current options fall short?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75488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BI: Shows what happened, not what may happen next.
• Manual Investigation: Difficult to scale across thousands of customers.
• Black-Box AI: May provide a risk score without explaining the reasons behind the risk.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· Bennett University   |   Slide 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 in one line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 is an AI-powered retention intelligence platform that predicts customer churn, explains the drivers behind each prediction, and quantifies potential revenue at risk.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2854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Predictive Scoring: Assign a proactive churn probability to each customer using machine learning.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Explainable AI: Use SHAP-based driver analysis to identify the factors influencing individual customer risk.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Revenue-at-Risk Prioritization: Combine churn risk with customer value to help retention teams prioritize accounts.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199632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28232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991" y="32854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68312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 doesn't just identify customers at risk — it explains why they are at risk and translates that risk into business impact.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Account Database / Explorer screenshot highlighting Risk Score, MRR, Tenure)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· Bennett University   |   Slide 5 of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tech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Vite • Tailwind CSS • Recharts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14016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2414016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• Python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279392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prototype -&gt; PostgreSQL planned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144768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• XGBoost • SHAP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010144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MVP -&gt; Cloud deployment planned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8755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will work (edit the boxes)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85800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+ Usage + Contract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90672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593592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3593592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 + XGBoost + SHAP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98464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501384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501384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 Intelligence Dashboard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06256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409176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9409176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Drivers + Retention Action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702759"/>
            <a:ext cx="241402" cy="24140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17320" y="45720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started working on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52120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Functional PredictIQ dashboard prototype
• ML-based churn prediction pipeline
• Data-health and model-monitoring architecture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· Bennett University   |   Slide 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063801"/>
            <a:ext cx="4343400" cy="110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Earlier Intervention: Identify customers at risk before churn occurs.
• Smarter Prioritization: Focus retention resources on high-risk and high-value accounts.
• Explainable Decisions: Give customer teams understandable drivers behind predicted risk.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Visibility: Translate customer risk into potential revenue impact.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already deployed functional prototypes across the ML pipeline and UI.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next round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INTEGRATE: Connect a persistent database to store customer history.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INTELLIGENCE: Build automated LLM-powered intervention playbooks.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DEPLOY: Deploy full-stack PredictIQ platform for live demonstration.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99632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41083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68312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data sources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519672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Telco Customer Churn Dataset — Kaggle / IBM
• SHAP — Lundberg &amp; Lee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801</Words>
  <Application>Microsoft Office PowerPoint</Application>
  <PresentationFormat>Widescreen</PresentationFormat>
  <Paragraphs>113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Manthan HANDA</cp:lastModifiedBy>
  <cp:revision>2</cp:revision>
  <dcterms:created xsi:type="dcterms:W3CDTF">2026-09-22T11:43:49Z</dcterms:created>
  <dcterms:modified xsi:type="dcterms:W3CDTF">2026-09-26T17:26:37Z</dcterms:modified>
</cp:coreProperties>
</file>